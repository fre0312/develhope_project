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def4a980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def4a980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def4a980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def4a980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def4a980f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def4a980f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004250" y="137650"/>
            <a:ext cx="7135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 sz="1500" u="sng">
                <a:solidFill>
                  <a:schemeClr val="dk2"/>
                </a:solidFill>
              </a:rPr>
              <a:t>INDAGINE SUL TUMORE AL SENO - </a:t>
            </a:r>
            <a:r>
              <a:rPr b="1" i="1" lang="it" sz="1500" u="sng">
                <a:solidFill>
                  <a:schemeClr val="dk2"/>
                </a:solidFill>
                <a:highlight>
                  <a:schemeClr val="lt1"/>
                </a:highlight>
              </a:rPr>
              <a:t>Breast Cancer Wisconsin (Diagnostic)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316100" y="593600"/>
            <a:ext cx="228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2"/>
                </a:solidFill>
              </a:rPr>
              <a:t>obiettivi del progetto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56800" y="1925250"/>
            <a:ext cx="185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</a:rPr>
              <a:t>Analizzare i dati di</a:t>
            </a:r>
            <a:r>
              <a:rPr i="1" lang="it" sz="1000">
                <a:solidFill>
                  <a:schemeClr val="dk2"/>
                </a:solidFill>
              </a:rPr>
              <a:t> </a:t>
            </a:r>
            <a:r>
              <a:rPr i="1" lang="it" sz="1000" u="sng">
                <a:solidFill>
                  <a:schemeClr val="dk2"/>
                </a:solidFill>
              </a:rPr>
              <a:t>569 </a:t>
            </a:r>
            <a:r>
              <a:rPr lang="it" sz="1000">
                <a:solidFill>
                  <a:schemeClr val="dk2"/>
                </a:solidFill>
              </a:rPr>
              <a:t>pazienti diagnosticati da tumore al seno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696450" y="2087200"/>
            <a:ext cx="1443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</a:rPr>
              <a:t>Identificare le variabili più importanti per la diagnosi tra benigni e maligni 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49225" y="4058075"/>
            <a:ext cx="1851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</a:rPr>
              <a:t>Configurare un sistema predittivo basato su logit per massimizzare l'affidabilità delle diagnosi.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5918100" y="413502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</a:rPr>
              <a:t>Misurare l'attendibilità del sistema attraverso indicatori diagnostici chiave (AUC, Precision, Recall).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2400" y="847750"/>
            <a:ext cx="800400" cy="8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3143675" y="1063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</a:rPr>
              <a:t>Predizione in Python: Machine Learning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4300" y="847750"/>
            <a:ext cx="1047600" cy="104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2975" y="3199126"/>
            <a:ext cx="863626" cy="863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9775" y="3079450"/>
            <a:ext cx="1164225" cy="11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97" y="2145326"/>
            <a:ext cx="3987725" cy="290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1955850" y="0"/>
            <a:ext cx="52323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36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Coorte di dati: </a:t>
            </a:r>
            <a:r>
              <a:rPr b="1" lang="it" sz="2436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Wisconsin Breast Cancer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62475" y="3348303"/>
            <a:ext cx="28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Distribuzione Diagnostica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Benigni: 357 casi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Maligni: 212 casi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662475" y="1252400"/>
            <a:ext cx="386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Fonte Dati:</a:t>
            </a:r>
            <a:r>
              <a:rPr lang="it">
                <a:solidFill>
                  <a:schemeClr val="dk1"/>
                </a:solidFill>
              </a:rPr>
              <a:t> UCI Machine Learning Repository</a:t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662475" y="1901365"/>
            <a:ext cx="27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Campione Totale:</a:t>
            </a:r>
            <a:r>
              <a:rPr lang="it">
                <a:solidFill>
                  <a:schemeClr val="dk1"/>
                </a:solidFill>
              </a:rPr>
              <a:t> 569 pazienti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662463" y="2550350"/>
            <a:ext cx="37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Dimensioni:</a:t>
            </a:r>
            <a:r>
              <a:rPr lang="it">
                <a:solidFill>
                  <a:schemeClr val="dk1"/>
                </a:solidFill>
              </a:rPr>
              <a:t> 30 descrittori numerici (feature)</a:t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-1584" y="1167800"/>
            <a:ext cx="768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🏢</a:t>
            </a:r>
            <a:endParaRPr sz="2500"/>
          </a:p>
        </p:txBody>
      </p:sp>
      <p:sp>
        <p:nvSpPr>
          <p:cNvPr id="76" name="Google Shape;76;p14"/>
          <p:cNvSpPr txBox="1"/>
          <p:nvPr/>
        </p:nvSpPr>
        <p:spPr>
          <a:xfrm>
            <a:off x="-1584" y="1816765"/>
            <a:ext cx="714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👥</a:t>
            </a:r>
            <a:endParaRPr sz="2500"/>
          </a:p>
        </p:txBody>
      </p:sp>
      <p:sp>
        <p:nvSpPr>
          <p:cNvPr id="77" name="Google Shape;77;p14"/>
          <p:cNvSpPr txBox="1"/>
          <p:nvPr/>
        </p:nvSpPr>
        <p:spPr>
          <a:xfrm>
            <a:off x="-1584" y="2465750"/>
            <a:ext cx="874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🧪</a:t>
            </a:r>
            <a:endParaRPr sz="2500"/>
          </a:p>
        </p:txBody>
      </p:sp>
      <p:sp>
        <p:nvSpPr>
          <p:cNvPr id="78" name="Google Shape;78;p14"/>
          <p:cNvSpPr txBox="1"/>
          <p:nvPr/>
        </p:nvSpPr>
        <p:spPr>
          <a:xfrm>
            <a:off x="-1584" y="3252325"/>
            <a:ext cx="591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/>
              <a:t>⚖️ 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 title="outpu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32958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 title="outpu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19112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